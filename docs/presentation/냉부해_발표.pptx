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냉부해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algun Gothic"/>
              </a:rPr>
              <a:t>스마트 냉장고 식재료 관리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Capstone Project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Spring Boot   ·   React   ·   Flutter   ·  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What is 냉부해?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Malgun Gothic"/>
              </a:rPr>
              <a:t>냉장고 속 식재료를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86DE"/>
                </a:solidFill>
                <a:latin typeface="Malgun Gothic"/>
              </a:rPr>
              <a:t>끝까지 활용하는 AI 식생활 도우미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Malgun Gothic"/>
              </a:rPr>
              <a:t>식재료 등록부터 영양 분석, 레시피·식단 추천까지
냉장고를 들여다보는 모든 순간을 더 똑똑하게.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737360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745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20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낭비 제로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317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유통기한 임박 알림 +
사용 가능한 레시피 추천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291839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899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4747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AI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886199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Gemini로 영양·레시피·식단을
실시간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846320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983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029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멀티 플랫폼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웹·앱 동시 제공으로
언제 어디서나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828800"/>
            <a:ext cx="320040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Web (React + Vite)
Vercel 배포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828800"/>
            <a:ext cx="320040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Mobile App (Flutter)
APK 직접 배포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657600"/>
            <a:ext cx="3200400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Backend (Spring Boot)
JPA · PostgreSQL · JWT
Render 배포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657600"/>
            <a:ext cx="3200400" cy="128016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AI Server (Hugging Face)
영양 · 레시피 · OCR
+ Gemini (식단)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5394960"/>
            <a:ext cx="7589520" cy="82296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949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Sentry  ·  실시간 에러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7F8C8D"/>
                </a:solidFill>
                <a:latin typeface="Malgun Gothic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260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7F8C8D"/>
                </a:solidFill>
                <a:latin typeface="Malgun Gothic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인증 &amp;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일반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아이디 + 비밀번호 기반 회원가입 / 로그인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JWT 토큰 발급 (Access + Refresh)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토큰 재발급 엔드포인트로 세션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소셜 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카카오 · 네이버 · 구글 OAuth 2.0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버튼 디자인 통일 (높이 일치, 카카오 로고만 강조)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Vercel SPA fallback 추가로 OAuth 콜백 안정화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4572000" cy="457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AC84"/>
                </a:solidFill>
                <a:latin typeface="Malgun Gothic"/>
              </a:rPr>
              <a:t>💡 사용자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5176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기존 회원이 아니어도
사용하던 SNS 계정으로
3초 만에 시작.
프로필·식재료 데이터는
모두 백엔드 DB에 안전하게
저장됩니다.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AI 서버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Backend ↔ Hugging Face Space (FastAPI)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핵심 설계 — 프록시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AI_SERVER_BASE_URL 환경변수로 백엔드에 주입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백엔드가 모든 AI 요청을 Hugging Face Space로 프록시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클라이언트는 AI 서버 주소를 모름 → 보안성 ↑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AI 서버 교체·이전 시 백엔드 환경변수만 바꾸면 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6400800" cy="5486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0AC84"/>
                </a:solidFill>
                <a:latin typeface="Malgun Gothic"/>
              </a:rPr>
              <a:t>🤗  https://kimchi9-cap-refrigerator.hf.space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E5A52"/>
                </a:solidFill>
                <a:latin typeface="Malgun Gothic"/>
              </a:rPr>
              <a:t>예외 — 식단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400">
                <a:solidFill>
                  <a:srgbClr val="2C3E50"/>
                </a:solidFill>
                <a:latin typeface="Malgun Gothic"/>
              </a:rPr>
              <a:t>AI 서버 안 거치고 백엔드 Gemini API로 직접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8288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Malgun Gothic"/>
              </a:rPr>
              <a:t>엔드포인트 매핑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468880"/>
            <a:ext cx="210312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468880"/>
            <a:ext cx="210312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AI Server (FastAPI)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971800"/>
            <a:ext cx="2103120" cy="9144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971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algun Gothic"/>
              </a:rPr>
              <a:t>/api/recipes/
ai-recommendations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97180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71800"/>
            <a:ext cx="274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0AC84"/>
                </a:solidFill>
                <a:latin typeface="Malgun Gothi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971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AC84"/>
                </a:solidFill>
                <a:latin typeface="Malgun Gothic"/>
              </a:rPr>
              <a:t>/api/recommend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977640"/>
            <a:ext cx="2103120" cy="9144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9776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algun Gothic"/>
              </a:rPr>
              <a:t>/api/nutrition/
analyze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397764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977640"/>
            <a:ext cx="274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0AC84"/>
                </a:solidFill>
                <a:latin typeface="Malgun Gothi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9776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AC84"/>
                </a:solidFill>
                <a:latin typeface="Malgun Gothic"/>
              </a:rPr>
              <a:t>/analyze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983480"/>
            <a:ext cx="2103120" cy="9144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98348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algun Gothic"/>
              </a:rPr>
              <a:t>/api/recipes/
ai-for-food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498348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4983480"/>
            <a:ext cx="274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0AC84"/>
                </a:solidFill>
                <a:latin typeface="Malgun Gothi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9834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AC84"/>
                </a:solidFill>
                <a:latin typeface="Malgun Gothic"/>
              </a:rPr>
              <a:t>/fdmake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배포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2103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Backend →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Spring Boot Docker 이미지 자동 빌드 · 배포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develop 브랜치 푸시 시 auto-deploy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환경변수 주입 (DB · OAuth · Gemini · Sentry)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21031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Web → 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main 브랜치 푸시 시 자동 빌드 · CDN 배포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VITE_API_BASE_URL · VITE_SENTRY_DSN 환경변수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SPA fallback rewrite (OAuth 콜백 안정)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Monitoring → Sentry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백엔드 · 웹 양쪽 실시간 에러 수집 (ERROR 레벨)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보수적 기본값으로 무료 한도(5K events/월) 보호 — tracesSampleRate: 0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DSN은 환경변수로만 주입, 코드 · 저장소에 노출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배포 주소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Access URLs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8686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82880" cy="8686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algun Gothic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828800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86DE"/>
                </a:solidFill>
                <a:latin typeface="Malgun Gothic"/>
              </a:rPr>
              <a:t>https://naengbuhae-hazel.vercel.app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10881360" cy="8686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182880" cy="868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algun Gothic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7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834640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Malgun Gothic"/>
              </a:rPr>
              <a:t>https://naengbuhae.onrender.com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10881360" cy="8686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82880" cy="86868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algun Gothic"/>
              </a:rPr>
              <a:t>AI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434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Hugging Face Spaces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840480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0AC84"/>
                </a:solidFill>
                <a:latin typeface="Malgun Gothic"/>
              </a:rPr>
              <a:t>https://kimchi9-cap-refrigerator.hf.space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46320"/>
            <a:ext cx="10881360" cy="8686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846320"/>
            <a:ext cx="182880" cy="86868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algun Gothic"/>
              </a:rPr>
              <a:t>Mobile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349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APK 직접 배포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846320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E5A52"/>
                </a:solidFill>
                <a:latin typeface="Malgun Gothic"/>
              </a:rPr>
              <a:t>[ APK 다운로드 링크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Malgun Gothic"/>
              </a:rPr>
              <a:t>📦  Code: GitHub (impactice · MONBRUNO)     📊  Monitoring: sentry.io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에러 모니터링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Sentry — 시연 중 사고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왜 붙였나?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배포 직후 시연 · 평가 단계에서 에러를 빠르게 인지하기 위함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사용자가 "안 돼요"라고 말하기 전에 알람으로 먼저 알아채는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5394960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🪶 Backend (Spring Boot)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sentry-spring-boot-starter-jakarta 7.21
sentry.environment=prod
send-default-pii=false  (개인정보 보호)
logging.minimum-event-level=error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434840"/>
            <a:ext cx="5394960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⚛️ Web (React + Vite)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@sentry/react 8.42
VITE_SENTRY_DSN 환경변수 (build-time)
PROD 빌드일 때만 init() — dev 노이즈 차단
tracesSampleRate: 0 (에러만 수집)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운영 트러블슈팅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무료 배포 환경의 현실 +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1143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82880" cy="114300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822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E5A52"/>
                </a:solidFill>
                <a:latin typeface="Malgun Gothic"/>
              </a:rPr>
              <a:t>Supabase paused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algun Gothic"/>
              </a:rPr>
              <a:t>DB가 pause되면 Hibernate가 dialect를 판단하지 못해
백엔드 부팅 자체가 실패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93392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9339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Malgun Gothic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93392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E5A52"/>
                </a:solidFill>
                <a:latin typeface="Malgun Gothic"/>
              </a:rPr>
              <a:t>Resume project → 재배포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881360" cy="1143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182880" cy="1143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822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86DE"/>
                </a:solidFill>
                <a:latin typeface="Malgun Gothic"/>
              </a:rPr>
              <a:t>Hugging Face Space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2044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algun Gothic"/>
              </a:rPr>
              <a:t>AI Space가 sleep되면 AI 기능만 503 / timeout 발생
(레시피·영양·식재료 인식)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27832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2783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Malgun Gothic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27832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86DE"/>
                </a:solidFill>
                <a:latin typeface="Malgun Gothic"/>
              </a:rPr>
              <a:t>Space 재시작 → /openapi.json 200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10881360" cy="1143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82880" cy="11430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822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AC84"/>
                </a:solidFill>
                <a:latin typeface="Malgun Gothic"/>
              </a:rPr>
              <a:t>Render cold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548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algun Gothic"/>
              </a:rPr>
              <a:t>무료 인스턴스는 첫 요청에서 50초 이상 지연 가능
시연 직전에 깨워두지 않으면 발표 중 멈춤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462272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46227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Malgun Gothic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62272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AC84"/>
                </a:solidFill>
                <a:latin typeface="Malgun Gothic"/>
              </a:rPr>
              <a:t>발표 전 Health check로 깨우기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532120"/>
            <a:ext cx="10881360" cy="1143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532120"/>
            <a:ext cx="182880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32120"/>
            <a:ext cx="822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Malgun Gothic"/>
              </a:rPr>
              <a:t>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Malgun Gothic"/>
              </a:rPr>
              <a:t>환경변수 누락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893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algun Gothic"/>
              </a:rPr>
              <a:t>dev profile · CORS · OAuth redirect · AI_SERVER_BASE_URL
빠진 환경변수마다 다른 종류의 장애 발생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696712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69671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Malgun Gothic"/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696712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Render / Vercel env checklist 유지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algun Gothic"/>
              </a:rPr>
              <a:t>📋  시연 직전 체크리스트: Render Health  ·  Supabase resume  ·  HF Space 활성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Spring Boot 3 · JPA · Hibernate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Supabase PostgreSQL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Spring Security + JWT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OAuth 2.0 (Kakao · Naver · Google)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FCM (푸시 — 앱 시점)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Gradle ·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657600" cy="64008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React 18 · Vite 6 · TypeScript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Tailwind CSS 4 · Radix UI · MUI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react-router 7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Recharts (차트)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Sentry 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AI &amp; 인프라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Google Gemini API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Render (백엔드)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Vercel (웹)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Sentry (모니터링)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GitHub (impactice · MONBRUNO)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572000"/>
            <a:ext cx="9144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냉부해  ·  Smart Ingredient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